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Exposed (무방비)</c:v>
                  </c:pt>
                  <c:pt idx="1">
                    <c:v>Fragmented (파편화)</c:v>
                  </c:pt>
                  <c:pt idx="2">
                    <c:v>Outpacing (속도 초과)</c:v>
                  </c:pt>
                  <c:pt idx="3">
                    <c:v>Pioneer (선구자)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32</c:v>
                </c:pt>
                <c:pt idx="2">
                  <c:v>25</c:v>
                </c:pt>
                <c:pt idx="3">
                  <c:v>19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최소 검토로 IaC 프로덕션 적용</c:v>
                  </c:pt>
                  <c:pt idx="1">
                    <c:v>정책 코드(PaC)</c:v>
                  </c:pt>
                  <c:pt idx="2">
                    <c:v>IaC / HCL</c:v>
                  </c:pt>
                  <c:pt idx="3">
                    <c:v>개발자 코드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</c:v>
                </c:pt>
                <c:pt idx="1">
                  <c:v>78</c:v>
                </c:pt>
                <c:pt idx="2">
                  <c:v>78</c:v>
                </c:pt>
                <c:pt idx="3">
                  <c:v>79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AI 유발 사고 '전혀 없음' 응답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사고 없음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Pioneer</c:v>
                  </c:pt>
                  <c:pt idx="1">
                    <c:v>Exposed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사고 유형 (전체 응답자)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유형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컴플라이언스 위반</c:v>
                  </c:pt>
                  <c:pt idx="1">
                    <c:v>보안 설정 오류</c:v>
                  </c:pt>
                  <c:pt idx="2">
                    <c:v>AI 변경으로 인한 재작업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36</c:v>
                </c:pt>
                <c:pt idx="2">
                  <c:v>37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숫자마다 대상 그룹을 붙였다는 점을 첫 마디로.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인프라의 AI 준비도 격차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State of Infrastructure Automation 보고서 요약 — 플랫폼팀 10분 보고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수치는 모두 대상 그룹(전체 응답자 / Pioneer / Exposed)을 함께 표기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2026-09-11 · 인프라 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장 요약 — AI가 빨라진 만큼 인프라 팀이 받는다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응답자 기준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속도 향상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AI로 개발자 작업 속도가 빨라졌다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팀 부담 증가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도입으로 인프라 요구·부담이 늘었다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유발 사고 경험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1건 이상의 AI 유발 인프라 사고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5204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쪽이 빨라진 속도를 인프라 검토·배포가 못 받아 준다.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격차가 보고서가 말하는 'AI Readiness Gap'.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Spacelift, The Infrastructure Automation Report 2026: The AI Readiness Gap (n=406) · p.6,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성숙도 지수(AIMI) — 조직의 81%가 아직 준비 안 됨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응답자 분포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거버넌스 없이 AI 사용 · IaC 15%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팀마다 제각각, 표준화 미비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Outpacing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도입은 빠른데 거버넌스가 못 따라감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3657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전부터 IaC 75%+ · 공식 정책 71%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Spacelift, The Infrastructure Automation Report 2026: The AI Readiness Gap (n=406) · p.4,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거버넌스 역설 — 자신은 있는데 정책은 없다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리더 응답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거버넌스 능력에 자신감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리더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AI 거버넌스 정책 보유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리더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463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정책 보유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조직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5204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자신감과 실제 정책의 차이 56%p. '우리는 잘 하고 있다'는 감각이 가장 큰 리스크.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Spacelift, The Infrastructure Automation Report 2026: The AI Readiness Gap (n=406) · p.7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— 검토 없이 프로덕션으로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응답자 · '철저한 검토 없이 AI 생성 코드를 사용한다'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463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IaC도 정책 코드도 예외가 아니다.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인프라를 정의하는 코드가 검토 없이 들어가면 장애 반경이 인프라 전체가 된다.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3383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 86% / Exposed 69%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선구자 그룹도 바이브 코딩을 하지만, 파이프라인 안에서 한다.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Spacelift, The Infrastructure Automation Report 2026: The AI Readiness Gap (n=406) · p.8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사고는 나고 있다 — Pioneer와 Exposed의 차이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유발 인프라 사고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3291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023360" y="1371600"/>
          <a:ext cx="4663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Spacelift, The Infrastructure Automation Report 2026: The AI Readiness Gap (n=406) · p.9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Pioneer는 무엇이 다른가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 조직 vs Exposed 조직 — IaC 커버리지와 플랫폼 엔지니어링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커버리지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75%+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8046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3957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 엔지니어링 전환 완료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80467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9626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AI 거버넌스 정책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9626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9626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3529584"/>
            <a:ext cx="8046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5295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에이전틱 도입 전 거버넌스 계획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5295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5295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응답자의 83%가 플랫폼 엔지니어링 전환을 '고려 중'. 완료는 Pioneer 25%, Exposed 2%.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Spacelift, The Infrastructure Automation Report 2026: The AI Readiness Gap (n=406) · p.7, 11,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분기 우선순위 3가지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커버리지 측정 후 확대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15% → Pioneer 75%+. 지금 몇 %인지부터.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안에 자동 가드레일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검증·드리프트 감지를 사람 리뷰 앞단에.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특화 지표 3개 도입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생성 IaC 양 · AI 변경 오류율 · AI 원인 드리프트. 현재 측정률 15%.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질문 — 우리 팀은 어디쯤?  ① 인프라의 몇 %가 IaC인가  ② AI 생성 IaC에 자동 검증이 붙어 있는가  ③ AI 특화 지표를 하나라도 재고 있는가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Spacelift, The Infrastructure Automation Report 2026: The AI Readiness Gap (n=406) · p.12,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2026-09-11T19:46:22Z</dcterms:created>
  <dcterms:modified xsi:type="dcterms:W3CDTF">2026-09-11T19:46:22Z</dcterms:modified>
</cp:coreProperties>
</file>